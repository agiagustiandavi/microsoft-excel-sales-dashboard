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sldIdLst>
    <p:sldId id="257" r:id="rId2"/>
  </p:sldIdLst>
  <p:sldSz cx="23399750" cy="11160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16" userDrawn="1">
          <p15:clr>
            <a:srgbClr val="A4A3A4"/>
          </p15:clr>
        </p15:guide>
        <p15:guide id="2" pos="73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982CB"/>
    <a:srgbClr val="A1E3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4" d="100"/>
          <a:sy n="34" d="100"/>
        </p:scale>
        <p:origin x="748" y="52"/>
      </p:cViewPr>
      <p:guideLst>
        <p:guide orient="horz" pos="3516"/>
        <p:guide pos="73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77C1F9-3BD8-4293-A8B9-9EA52ED806D1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3675" y="1143000"/>
            <a:ext cx="64706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316B8-E9DB-4562-8404-E72BF8596D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587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93675" y="1143000"/>
            <a:ext cx="64706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316B8-E9DB-4562-8404-E72BF8596DE7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3370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4969" y="1826438"/>
            <a:ext cx="17549813" cy="3885377"/>
          </a:xfrm>
        </p:spPr>
        <p:txBody>
          <a:bodyPr anchor="b"/>
          <a:lstStyle>
            <a:lvl1pPr algn="ctr">
              <a:defRPr sz="97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969" y="5861650"/>
            <a:ext cx="17549813" cy="2694446"/>
          </a:xfrm>
        </p:spPr>
        <p:txBody>
          <a:bodyPr/>
          <a:lstStyle>
            <a:lvl1pPr marL="0" indent="0" algn="ctr">
              <a:buNone/>
              <a:defRPr sz="3906"/>
            </a:lvl1pPr>
            <a:lvl2pPr marL="744002" indent="0" algn="ctr">
              <a:buNone/>
              <a:defRPr sz="3255"/>
            </a:lvl2pPr>
            <a:lvl3pPr marL="1488003" indent="0" algn="ctr">
              <a:buNone/>
              <a:defRPr sz="2929"/>
            </a:lvl3pPr>
            <a:lvl4pPr marL="2232005" indent="0" algn="ctr">
              <a:buNone/>
              <a:defRPr sz="2604"/>
            </a:lvl4pPr>
            <a:lvl5pPr marL="2976006" indent="0" algn="ctr">
              <a:buNone/>
              <a:defRPr sz="2604"/>
            </a:lvl5pPr>
            <a:lvl6pPr marL="3720008" indent="0" algn="ctr">
              <a:buNone/>
              <a:defRPr sz="2604"/>
            </a:lvl6pPr>
            <a:lvl7pPr marL="4464009" indent="0" algn="ctr">
              <a:buNone/>
              <a:defRPr sz="2604"/>
            </a:lvl7pPr>
            <a:lvl8pPr marL="5208011" indent="0" algn="ctr">
              <a:buNone/>
              <a:defRPr sz="2604"/>
            </a:lvl8pPr>
            <a:lvl9pPr marL="5952012" indent="0" algn="ctr">
              <a:buNone/>
              <a:defRPr sz="26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2027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826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46" y="2782283"/>
            <a:ext cx="20182284" cy="4642301"/>
          </a:xfrm>
        </p:spPr>
        <p:txBody>
          <a:bodyPr anchor="b"/>
          <a:lstStyle>
            <a:lvl1pPr>
              <a:defRPr sz="97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6546" y="7468502"/>
            <a:ext cx="20182284" cy="2441277"/>
          </a:xfrm>
        </p:spPr>
        <p:txBody>
          <a:bodyPr/>
          <a:lstStyle>
            <a:lvl1pPr marL="0" indent="0">
              <a:buNone/>
              <a:defRPr sz="3906">
                <a:solidFill>
                  <a:schemeClr val="tx1">
                    <a:tint val="75000"/>
                  </a:schemeClr>
                </a:solidFill>
              </a:defRPr>
            </a:lvl1pPr>
            <a:lvl2pPr marL="744002" indent="0">
              <a:buNone/>
              <a:defRPr sz="3255">
                <a:solidFill>
                  <a:schemeClr val="tx1">
                    <a:tint val="75000"/>
                  </a:schemeClr>
                </a:solidFill>
              </a:defRPr>
            </a:lvl2pPr>
            <a:lvl3pPr marL="1488003" indent="0">
              <a:buNone/>
              <a:defRPr sz="2929">
                <a:solidFill>
                  <a:schemeClr val="tx1">
                    <a:tint val="75000"/>
                  </a:schemeClr>
                </a:solidFill>
              </a:defRPr>
            </a:lvl3pPr>
            <a:lvl4pPr marL="2232005" indent="0">
              <a:buNone/>
              <a:defRPr sz="2604">
                <a:solidFill>
                  <a:schemeClr val="tx1">
                    <a:tint val="75000"/>
                  </a:schemeClr>
                </a:solidFill>
              </a:defRPr>
            </a:lvl4pPr>
            <a:lvl5pPr marL="2976006" indent="0">
              <a:buNone/>
              <a:defRPr sz="2604">
                <a:solidFill>
                  <a:schemeClr val="tx1">
                    <a:tint val="75000"/>
                  </a:schemeClr>
                </a:solidFill>
              </a:defRPr>
            </a:lvl5pPr>
            <a:lvl6pPr marL="3720008" indent="0">
              <a:buNone/>
              <a:defRPr sz="2604">
                <a:solidFill>
                  <a:schemeClr val="tx1">
                    <a:tint val="75000"/>
                  </a:schemeClr>
                </a:solidFill>
              </a:defRPr>
            </a:lvl6pPr>
            <a:lvl7pPr marL="4464009" indent="0">
              <a:buNone/>
              <a:defRPr sz="2604">
                <a:solidFill>
                  <a:schemeClr val="tx1">
                    <a:tint val="75000"/>
                  </a:schemeClr>
                </a:solidFill>
              </a:defRPr>
            </a:lvl7pPr>
            <a:lvl8pPr marL="5208011" indent="0">
              <a:buNone/>
              <a:defRPr sz="2604">
                <a:solidFill>
                  <a:schemeClr val="tx1">
                    <a:tint val="75000"/>
                  </a:schemeClr>
                </a:solidFill>
              </a:defRPr>
            </a:lvl8pPr>
            <a:lvl9pPr marL="5952012" indent="0">
              <a:buNone/>
              <a:defRPr sz="26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301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8733" y="2970867"/>
            <a:ext cx="9944894" cy="7080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46123" y="2970867"/>
            <a:ext cx="9944894" cy="7080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509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594174"/>
            <a:ext cx="20182284" cy="21571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1782" y="2735782"/>
            <a:ext cx="9899190" cy="1340764"/>
          </a:xfrm>
        </p:spPr>
        <p:txBody>
          <a:bodyPr anchor="b"/>
          <a:lstStyle>
            <a:lvl1pPr marL="0" indent="0">
              <a:buNone/>
              <a:defRPr sz="3906" b="1"/>
            </a:lvl1pPr>
            <a:lvl2pPr marL="744002" indent="0">
              <a:buNone/>
              <a:defRPr sz="3255" b="1"/>
            </a:lvl2pPr>
            <a:lvl3pPr marL="1488003" indent="0">
              <a:buNone/>
              <a:defRPr sz="2929" b="1"/>
            </a:lvl3pPr>
            <a:lvl4pPr marL="2232005" indent="0">
              <a:buNone/>
              <a:defRPr sz="2604" b="1"/>
            </a:lvl4pPr>
            <a:lvl5pPr marL="2976006" indent="0">
              <a:buNone/>
              <a:defRPr sz="2604" b="1"/>
            </a:lvl5pPr>
            <a:lvl6pPr marL="3720008" indent="0">
              <a:buNone/>
              <a:defRPr sz="2604" b="1"/>
            </a:lvl6pPr>
            <a:lvl7pPr marL="4464009" indent="0">
              <a:buNone/>
              <a:defRPr sz="2604" b="1"/>
            </a:lvl7pPr>
            <a:lvl8pPr marL="5208011" indent="0">
              <a:buNone/>
              <a:defRPr sz="2604" b="1"/>
            </a:lvl8pPr>
            <a:lvl9pPr marL="5952012" indent="0">
              <a:buNone/>
              <a:defRPr sz="26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1782" y="4076545"/>
            <a:ext cx="9899190" cy="5995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46123" y="2735782"/>
            <a:ext cx="9947942" cy="1340764"/>
          </a:xfrm>
        </p:spPr>
        <p:txBody>
          <a:bodyPr anchor="b"/>
          <a:lstStyle>
            <a:lvl1pPr marL="0" indent="0">
              <a:buNone/>
              <a:defRPr sz="3906" b="1"/>
            </a:lvl1pPr>
            <a:lvl2pPr marL="744002" indent="0">
              <a:buNone/>
              <a:defRPr sz="3255" b="1"/>
            </a:lvl2pPr>
            <a:lvl3pPr marL="1488003" indent="0">
              <a:buNone/>
              <a:defRPr sz="2929" b="1"/>
            </a:lvl3pPr>
            <a:lvl4pPr marL="2232005" indent="0">
              <a:buNone/>
              <a:defRPr sz="2604" b="1"/>
            </a:lvl4pPr>
            <a:lvl5pPr marL="2976006" indent="0">
              <a:buNone/>
              <a:defRPr sz="2604" b="1"/>
            </a:lvl5pPr>
            <a:lvl6pPr marL="3720008" indent="0">
              <a:buNone/>
              <a:defRPr sz="2604" b="1"/>
            </a:lvl6pPr>
            <a:lvl7pPr marL="4464009" indent="0">
              <a:buNone/>
              <a:defRPr sz="2604" b="1"/>
            </a:lvl7pPr>
            <a:lvl8pPr marL="5208011" indent="0">
              <a:buNone/>
              <a:defRPr sz="2604" b="1"/>
            </a:lvl8pPr>
            <a:lvl9pPr marL="5952012" indent="0">
              <a:buNone/>
              <a:defRPr sz="26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46123" y="4076545"/>
            <a:ext cx="9947942" cy="5995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607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8057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4823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744008"/>
            <a:ext cx="7547028" cy="2604029"/>
          </a:xfrm>
        </p:spPr>
        <p:txBody>
          <a:bodyPr anchor="b"/>
          <a:lstStyle>
            <a:lvl1pPr>
              <a:defRPr sz="52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7942" y="1606852"/>
            <a:ext cx="11846123" cy="7930922"/>
          </a:xfrm>
        </p:spPr>
        <p:txBody>
          <a:bodyPr/>
          <a:lstStyle>
            <a:lvl1pPr>
              <a:defRPr sz="5207"/>
            </a:lvl1pPr>
            <a:lvl2pPr>
              <a:defRPr sz="4556"/>
            </a:lvl2pPr>
            <a:lvl3pPr>
              <a:defRPr sz="3906"/>
            </a:lvl3pPr>
            <a:lvl4pPr>
              <a:defRPr sz="3255"/>
            </a:lvl4pPr>
            <a:lvl5pPr>
              <a:defRPr sz="3255"/>
            </a:lvl5pPr>
            <a:lvl6pPr>
              <a:defRPr sz="3255"/>
            </a:lvl6pPr>
            <a:lvl7pPr>
              <a:defRPr sz="3255"/>
            </a:lvl7pPr>
            <a:lvl8pPr>
              <a:defRPr sz="3255"/>
            </a:lvl8pPr>
            <a:lvl9pPr>
              <a:defRPr sz="32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3348037"/>
            <a:ext cx="7547028" cy="6202654"/>
          </a:xfrm>
        </p:spPr>
        <p:txBody>
          <a:bodyPr/>
          <a:lstStyle>
            <a:lvl1pPr marL="0" indent="0">
              <a:buNone/>
              <a:defRPr sz="2604"/>
            </a:lvl1pPr>
            <a:lvl2pPr marL="744002" indent="0">
              <a:buNone/>
              <a:defRPr sz="2278"/>
            </a:lvl2pPr>
            <a:lvl3pPr marL="1488003" indent="0">
              <a:buNone/>
              <a:defRPr sz="1953"/>
            </a:lvl3pPr>
            <a:lvl4pPr marL="2232005" indent="0">
              <a:buNone/>
              <a:defRPr sz="1627"/>
            </a:lvl4pPr>
            <a:lvl5pPr marL="2976006" indent="0">
              <a:buNone/>
              <a:defRPr sz="1627"/>
            </a:lvl5pPr>
            <a:lvl6pPr marL="3720008" indent="0">
              <a:buNone/>
              <a:defRPr sz="1627"/>
            </a:lvl6pPr>
            <a:lvl7pPr marL="4464009" indent="0">
              <a:buNone/>
              <a:defRPr sz="1627"/>
            </a:lvl7pPr>
            <a:lvl8pPr marL="5208011" indent="0">
              <a:buNone/>
              <a:defRPr sz="1627"/>
            </a:lvl8pPr>
            <a:lvl9pPr marL="5952012" indent="0">
              <a:buNone/>
              <a:defRPr sz="16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625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744008"/>
            <a:ext cx="7547028" cy="2604029"/>
          </a:xfrm>
        </p:spPr>
        <p:txBody>
          <a:bodyPr anchor="b"/>
          <a:lstStyle>
            <a:lvl1pPr>
              <a:defRPr sz="52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47942" y="1606852"/>
            <a:ext cx="11846123" cy="7930922"/>
          </a:xfrm>
        </p:spPr>
        <p:txBody>
          <a:bodyPr anchor="t"/>
          <a:lstStyle>
            <a:lvl1pPr marL="0" indent="0">
              <a:buNone/>
              <a:defRPr sz="5207"/>
            </a:lvl1pPr>
            <a:lvl2pPr marL="744002" indent="0">
              <a:buNone/>
              <a:defRPr sz="4556"/>
            </a:lvl2pPr>
            <a:lvl3pPr marL="1488003" indent="0">
              <a:buNone/>
              <a:defRPr sz="3906"/>
            </a:lvl3pPr>
            <a:lvl4pPr marL="2232005" indent="0">
              <a:buNone/>
              <a:defRPr sz="3255"/>
            </a:lvl4pPr>
            <a:lvl5pPr marL="2976006" indent="0">
              <a:buNone/>
              <a:defRPr sz="3255"/>
            </a:lvl5pPr>
            <a:lvl6pPr marL="3720008" indent="0">
              <a:buNone/>
              <a:defRPr sz="3255"/>
            </a:lvl6pPr>
            <a:lvl7pPr marL="4464009" indent="0">
              <a:buNone/>
              <a:defRPr sz="3255"/>
            </a:lvl7pPr>
            <a:lvl8pPr marL="5208011" indent="0">
              <a:buNone/>
              <a:defRPr sz="3255"/>
            </a:lvl8pPr>
            <a:lvl9pPr marL="5952012" indent="0">
              <a:buNone/>
              <a:defRPr sz="32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3348037"/>
            <a:ext cx="7547028" cy="6202654"/>
          </a:xfrm>
        </p:spPr>
        <p:txBody>
          <a:bodyPr/>
          <a:lstStyle>
            <a:lvl1pPr marL="0" indent="0">
              <a:buNone/>
              <a:defRPr sz="2604"/>
            </a:lvl1pPr>
            <a:lvl2pPr marL="744002" indent="0">
              <a:buNone/>
              <a:defRPr sz="2278"/>
            </a:lvl2pPr>
            <a:lvl3pPr marL="1488003" indent="0">
              <a:buNone/>
              <a:defRPr sz="1953"/>
            </a:lvl3pPr>
            <a:lvl4pPr marL="2232005" indent="0">
              <a:buNone/>
              <a:defRPr sz="1627"/>
            </a:lvl4pPr>
            <a:lvl5pPr marL="2976006" indent="0">
              <a:buNone/>
              <a:defRPr sz="1627"/>
            </a:lvl5pPr>
            <a:lvl6pPr marL="3720008" indent="0">
              <a:buNone/>
              <a:defRPr sz="1627"/>
            </a:lvl6pPr>
            <a:lvl7pPr marL="4464009" indent="0">
              <a:buNone/>
              <a:defRPr sz="1627"/>
            </a:lvl7pPr>
            <a:lvl8pPr marL="5208011" indent="0">
              <a:buNone/>
              <a:defRPr sz="1627"/>
            </a:lvl8pPr>
            <a:lvl9pPr marL="5952012" indent="0">
              <a:buNone/>
              <a:defRPr sz="16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3859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723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45446" y="594173"/>
            <a:ext cx="5045571" cy="94576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8733" y="594173"/>
            <a:ext cx="14844216" cy="94576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596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733" y="594174"/>
            <a:ext cx="20182284" cy="2157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8733" y="2970867"/>
            <a:ext cx="20182284" cy="7080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8733" y="10343783"/>
            <a:ext cx="5264944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A096D-DC87-49CD-B689-868E7ACF6E07}" type="datetimeFigureOut">
              <a:rPr lang="en-ID" smtClean="0"/>
              <a:t>22/07/2026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51167" y="10343783"/>
            <a:ext cx="7897416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26073" y="10343783"/>
            <a:ext cx="5264944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BD405-CE58-4F48-AB68-D11643B3B2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8542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1488003" rtl="0" eaLnBrk="1" latinLnBrk="0" hangingPunct="1">
        <a:lnSpc>
          <a:spcPct val="90000"/>
        </a:lnSpc>
        <a:spcBef>
          <a:spcPct val="0"/>
        </a:spcBef>
        <a:buNone/>
        <a:defRPr sz="7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2001" indent="-372001" algn="l" defTabSz="1488003" rtl="0" eaLnBrk="1" latinLnBrk="0" hangingPunct="1">
        <a:lnSpc>
          <a:spcPct val="90000"/>
        </a:lnSpc>
        <a:spcBef>
          <a:spcPts val="1627"/>
        </a:spcBef>
        <a:buFont typeface="Arial" panose="020B0604020202020204" pitchFamily="34" charset="0"/>
        <a:buChar char="•"/>
        <a:defRPr sz="4556" kern="1200">
          <a:solidFill>
            <a:schemeClr val="tx1"/>
          </a:solidFill>
          <a:latin typeface="+mn-lt"/>
          <a:ea typeface="+mn-ea"/>
          <a:cs typeface="+mn-cs"/>
        </a:defRPr>
      </a:lvl1pPr>
      <a:lvl2pPr marL="1116002" indent="-372001" algn="l" defTabSz="1488003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3906" kern="1200">
          <a:solidFill>
            <a:schemeClr val="tx1"/>
          </a:solidFill>
          <a:latin typeface="+mn-lt"/>
          <a:ea typeface="+mn-ea"/>
          <a:cs typeface="+mn-cs"/>
        </a:defRPr>
      </a:lvl2pPr>
      <a:lvl3pPr marL="1860004" indent="-372001" algn="l" defTabSz="1488003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3255" kern="1200">
          <a:solidFill>
            <a:schemeClr val="tx1"/>
          </a:solidFill>
          <a:latin typeface="+mn-lt"/>
          <a:ea typeface="+mn-ea"/>
          <a:cs typeface="+mn-cs"/>
        </a:defRPr>
      </a:lvl3pPr>
      <a:lvl4pPr marL="2604005" indent="-372001" algn="l" defTabSz="1488003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4pPr>
      <a:lvl5pPr marL="3348007" indent="-372001" algn="l" defTabSz="1488003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5pPr>
      <a:lvl6pPr marL="4092009" indent="-372001" algn="l" defTabSz="1488003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6pPr>
      <a:lvl7pPr marL="4836010" indent="-372001" algn="l" defTabSz="1488003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7pPr>
      <a:lvl8pPr marL="5580012" indent="-372001" algn="l" defTabSz="1488003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8pPr>
      <a:lvl9pPr marL="6324013" indent="-372001" algn="l" defTabSz="1488003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8003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1pPr>
      <a:lvl2pPr marL="744002" algn="l" defTabSz="1488003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2pPr>
      <a:lvl3pPr marL="1488003" algn="l" defTabSz="1488003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3pPr>
      <a:lvl4pPr marL="2232005" algn="l" defTabSz="1488003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4pPr>
      <a:lvl5pPr marL="2976006" algn="l" defTabSz="1488003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5pPr>
      <a:lvl6pPr marL="3720008" algn="l" defTabSz="1488003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6pPr>
      <a:lvl7pPr marL="4464009" algn="l" defTabSz="1488003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7pPr>
      <a:lvl8pPr marL="5208011" algn="l" defTabSz="1488003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8pPr>
      <a:lvl9pPr marL="5952012" algn="l" defTabSz="1488003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FA3469-CCB6-A0AB-43E4-B1E99C74F914}"/>
              </a:ext>
            </a:extLst>
          </p:cNvPr>
          <p:cNvSpPr/>
          <p:nvPr/>
        </p:nvSpPr>
        <p:spPr>
          <a:xfrm>
            <a:off x="17462" y="15997"/>
            <a:ext cx="23382288" cy="11144127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846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38B7EA-8529-1F71-CEC1-4BFE86A8A191}"/>
              </a:ext>
            </a:extLst>
          </p:cNvPr>
          <p:cNvSpPr/>
          <p:nvPr/>
        </p:nvSpPr>
        <p:spPr>
          <a:xfrm>
            <a:off x="365374" y="185333"/>
            <a:ext cx="5908298" cy="144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846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134AA4-550B-1D3A-83E1-2F0FFB222AFF}"/>
              </a:ext>
            </a:extLst>
          </p:cNvPr>
          <p:cNvSpPr/>
          <p:nvPr/>
        </p:nvSpPr>
        <p:spPr>
          <a:xfrm>
            <a:off x="6458282" y="185332"/>
            <a:ext cx="16593024" cy="1440000"/>
          </a:xfrm>
          <a:prstGeom prst="roundRect">
            <a:avLst/>
          </a:prstGeom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46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822519-0CC2-FEB9-C6F0-31D4A16E4F26}"/>
              </a:ext>
            </a:extLst>
          </p:cNvPr>
          <p:cNvSpPr/>
          <p:nvPr/>
        </p:nvSpPr>
        <p:spPr>
          <a:xfrm>
            <a:off x="365374" y="1847806"/>
            <a:ext cx="2676384" cy="2251422"/>
          </a:xfrm>
          <a:prstGeom prst="roundRect">
            <a:avLst/>
          </a:prstGeom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46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E52B0-4826-157A-9580-81DAFEBFAC8B}"/>
              </a:ext>
            </a:extLst>
          </p:cNvPr>
          <p:cNvSpPr/>
          <p:nvPr/>
        </p:nvSpPr>
        <p:spPr>
          <a:xfrm>
            <a:off x="365374" y="4298973"/>
            <a:ext cx="2676384" cy="6691603"/>
          </a:xfrm>
          <a:prstGeom prst="roundRect">
            <a:avLst>
              <a:gd name="adj" fmla="val 9410"/>
            </a:avLst>
          </a:prstGeom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846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93B3078-7463-E0E4-9981-335A8442B921}"/>
              </a:ext>
            </a:extLst>
          </p:cNvPr>
          <p:cNvGrpSpPr/>
          <p:nvPr/>
        </p:nvGrpSpPr>
        <p:grpSpPr>
          <a:xfrm>
            <a:off x="17919493" y="2100150"/>
            <a:ext cx="5260333" cy="3482050"/>
            <a:chOff x="9158492" y="1078200"/>
            <a:chExt cx="2909411" cy="1801800"/>
          </a:xfrm>
        </p:grpSpPr>
        <p:sp>
          <p:nvSpPr>
            <p:cNvPr id="23" name="Trapezoid 22">
              <a:extLst>
                <a:ext uri="{FF2B5EF4-FFF2-40B4-BE49-F238E27FC236}">
                  <a16:creationId xmlns:a16="http://schemas.microsoft.com/office/drawing/2014/main" id="{8B019DBE-FCEF-8B64-614F-80F055587B99}"/>
                </a:ext>
              </a:extLst>
            </p:cNvPr>
            <p:cNvSpPr/>
            <p:nvPr/>
          </p:nvSpPr>
          <p:spPr>
            <a:xfrm>
              <a:off x="10663903" y="1078200"/>
              <a:ext cx="1404000" cy="241200"/>
            </a:xfrm>
            <a:prstGeom prst="trapezoid">
              <a:avLst>
                <a:gd name="adj" fmla="val 64983"/>
              </a:avLst>
            </a:prstGeom>
            <a:ln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 sz="1846">
                <a:solidFill>
                  <a:srgbClr val="FFFFFF"/>
                </a:solidFill>
              </a:endParaRPr>
            </a:p>
          </p:txBody>
        </p:sp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6D031C60-CF37-D8E7-30DA-B5F569EBBE92}"/>
                </a:ext>
              </a:extLst>
            </p:cNvPr>
            <p:cNvSpPr/>
            <p:nvPr/>
          </p:nvSpPr>
          <p:spPr>
            <a:xfrm>
              <a:off x="9158492" y="1080000"/>
              <a:ext cx="1404000" cy="241200"/>
            </a:xfrm>
            <a:prstGeom prst="trapezoid">
              <a:avLst>
                <a:gd name="adj" fmla="val 64983"/>
              </a:avLst>
            </a:prstGeom>
            <a:ln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 sz="1846" dirty="0">
                <a:solidFill>
                  <a:srgbClr val="FFFFFF"/>
                </a:solidFill>
              </a:endParaRPr>
            </a:p>
          </p:txBody>
        </p:sp>
        <p:sp>
          <p:nvSpPr>
            <p:cNvPr id="17" name="Flowchart: Off-page Connector 16">
              <a:extLst>
                <a:ext uri="{FF2B5EF4-FFF2-40B4-BE49-F238E27FC236}">
                  <a16:creationId xmlns:a16="http://schemas.microsoft.com/office/drawing/2014/main" id="{98C37095-3243-A3E7-7649-94A4AC10E66A}"/>
                </a:ext>
              </a:extLst>
            </p:cNvPr>
            <p:cNvSpPr/>
            <p:nvPr/>
          </p:nvSpPr>
          <p:spPr>
            <a:xfrm>
              <a:off x="9323451" y="1080000"/>
              <a:ext cx="1080000" cy="1800000"/>
            </a:xfrm>
            <a:prstGeom prst="flowChartOffpageConnector">
              <a:avLst/>
            </a:prstGeom>
            <a:ln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  <p:sp>
          <p:nvSpPr>
            <p:cNvPr id="18" name="Flowchart: Off-page Connector 17">
              <a:extLst>
                <a:ext uri="{FF2B5EF4-FFF2-40B4-BE49-F238E27FC236}">
                  <a16:creationId xmlns:a16="http://schemas.microsoft.com/office/drawing/2014/main" id="{EE62DA54-DA65-6DAE-922E-C0D1D004A036}"/>
                </a:ext>
              </a:extLst>
            </p:cNvPr>
            <p:cNvSpPr/>
            <p:nvPr/>
          </p:nvSpPr>
          <p:spPr>
            <a:xfrm>
              <a:off x="10820601" y="1080000"/>
              <a:ext cx="1080000" cy="1800000"/>
            </a:xfrm>
            <a:prstGeom prst="flowChartOffpageConnector">
              <a:avLst/>
            </a:prstGeom>
            <a:ln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  <p:sp>
          <p:nvSpPr>
            <p:cNvPr id="25" name="Flowchart: Off-page Connector 24">
              <a:extLst>
                <a:ext uri="{FF2B5EF4-FFF2-40B4-BE49-F238E27FC236}">
                  <a16:creationId xmlns:a16="http://schemas.microsoft.com/office/drawing/2014/main" id="{C7843628-8335-BC1D-452F-CB761B2496F4}"/>
                </a:ext>
              </a:extLst>
            </p:cNvPr>
            <p:cNvSpPr/>
            <p:nvPr/>
          </p:nvSpPr>
          <p:spPr>
            <a:xfrm>
              <a:off x="9475852" y="1232400"/>
              <a:ext cx="747600" cy="1406400"/>
            </a:xfrm>
            <a:prstGeom prst="flowChartOffpageConnector">
              <a:avLst/>
            </a:prstGeom>
            <a:ln>
              <a:solidFill>
                <a:schemeClr val="tx1"/>
              </a:solidFill>
              <a:prstDash val="lg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  <p:sp>
          <p:nvSpPr>
            <p:cNvPr id="26" name="Flowchart: Off-page Connector 25">
              <a:extLst>
                <a:ext uri="{FF2B5EF4-FFF2-40B4-BE49-F238E27FC236}">
                  <a16:creationId xmlns:a16="http://schemas.microsoft.com/office/drawing/2014/main" id="{43CD87FF-8098-FDA7-BB58-43F54C4531D4}"/>
                </a:ext>
              </a:extLst>
            </p:cNvPr>
            <p:cNvSpPr/>
            <p:nvPr/>
          </p:nvSpPr>
          <p:spPr>
            <a:xfrm>
              <a:off x="10986801" y="1253670"/>
              <a:ext cx="747600" cy="1406400"/>
            </a:xfrm>
            <a:prstGeom prst="flowChartOffpageConnector">
              <a:avLst/>
            </a:prstGeom>
            <a:ln>
              <a:solidFill>
                <a:schemeClr val="tx1"/>
              </a:solidFill>
              <a:prstDash val="lg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768C54E-5311-0366-E3A7-9B2024578E71}"/>
              </a:ext>
            </a:extLst>
          </p:cNvPr>
          <p:cNvGrpSpPr/>
          <p:nvPr/>
        </p:nvGrpSpPr>
        <p:grpSpPr>
          <a:xfrm>
            <a:off x="3318752" y="4085183"/>
            <a:ext cx="8473131" cy="6905392"/>
            <a:chOff x="1633326" y="2511019"/>
            <a:chExt cx="5067090" cy="23400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61C6A40-18B1-C9FA-637A-44C5BECB5D8A}"/>
                </a:ext>
              </a:extLst>
            </p:cNvPr>
            <p:cNvSpPr/>
            <p:nvPr/>
          </p:nvSpPr>
          <p:spPr>
            <a:xfrm>
              <a:off x="1633326" y="2511019"/>
              <a:ext cx="5067090" cy="2340000"/>
            </a:xfrm>
            <a:prstGeom prst="roundRect">
              <a:avLst>
                <a:gd name="adj" fmla="val 4944"/>
              </a:avLst>
            </a:prstGeom>
            <a:solidFill>
              <a:schemeClr val="bg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122C7F-BDB5-F26D-5CE2-551C8768E430}"/>
                </a:ext>
              </a:extLst>
            </p:cNvPr>
            <p:cNvCxnSpPr>
              <a:cxnSpLocks/>
            </p:cNvCxnSpPr>
            <p:nvPr/>
          </p:nvCxnSpPr>
          <p:spPr>
            <a:xfrm>
              <a:off x="1813325" y="2701659"/>
              <a:ext cx="4680000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9811BE1-361B-CE09-E720-0D2C0514D4AA}"/>
              </a:ext>
            </a:extLst>
          </p:cNvPr>
          <p:cNvGrpSpPr/>
          <p:nvPr/>
        </p:nvGrpSpPr>
        <p:grpSpPr>
          <a:xfrm>
            <a:off x="12077855" y="4099230"/>
            <a:ext cx="5589211" cy="6891349"/>
            <a:chOff x="6974093" y="2511019"/>
            <a:chExt cx="3154803" cy="436752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F36F875-1A31-9E1B-A43E-5D8B7E985D1E}"/>
                </a:ext>
              </a:extLst>
            </p:cNvPr>
            <p:cNvSpPr/>
            <p:nvPr/>
          </p:nvSpPr>
          <p:spPr>
            <a:xfrm>
              <a:off x="6974093" y="2511019"/>
              <a:ext cx="3137317" cy="2106000"/>
            </a:xfrm>
            <a:prstGeom prst="roundRect">
              <a:avLst>
                <a:gd name="adj" fmla="val 4944"/>
              </a:avLst>
            </a:prstGeom>
            <a:solidFill>
              <a:schemeClr val="bg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49CD114-652C-7C5A-EE02-3551B72A50D2}"/>
                </a:ext>
              </a:extLst>
            </p:cNvPr>
            <p:cNvCxnSpPr>
              <a:cxnSpLocks/>
            </p:cNvCxnSpPr>
            <p:nvPr/>
          </p:nvCxnSpPr>
          <p:spPr>
            <a:xfrm>
              <a:off x="7136476" y="2851646"/>
              <a:ext cx="2862834" cy="1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246F676-D945-0E32-C610-4E0844B63AE6}"/>
                </a:ext>
              </a:extLst>
            </p:cNvPr>
            <p:cNvSpPr/>
            <p:nvPr/>
          </p:nvSpPr>
          <p:spPr>
            <a:xfrm>
              <a:off x="6991579" y="4772540"/>
              <a:ext cx="3137317" cy="2106000"/>
            </a:xfrm>
            <a:prstGeom prst="roundRect">
              <a:avLst>
                <a:gd name="adj" fmla="val 4944"/>
              </a:avLst>
            </a:prstGeom>
            <a:solidFill>
              <a:schemeClr val="bg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632BFA6-7285-467A-D6FF-13AD2B77B9FF}"/>
                </a:ext>
              </a:extLst>
            </p:cNvPr>
            <p:cNvCxnSpPr>
              <a:cxnSpLocks/>
            </p:cNvCxnSpPr>
            <p:nvPr/>
          </p:nvCxnSpPr>
          <p:spPr>
            <a:xfrm>
              <a:off x="7136476" y="5126125"/>
              <a:ext cx="2862834" cy="1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4817704-3BB1-CCAD-50C9-787C5784327E}"/>
              </a:ext>
            </a:extLst>
          </p:cNvPr>
          <p:cNvGrpSpPr/>
          <p:nvPr/>
        </p:nvGrpSpPr>
        <p:grpSpPr>
          <a:xfrm>
            <a:off x="18030030" y="6127773"/>
            <a:ext cx="5021277" cy="4862803"/>
            <a:chOff x="13175112" y="3591019"/>
            <a:chExt cx="2832000" cy="36180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A1063CB-75BD-4881-9456-FB3FF9F6DF86}"/>
                </a:ext>
              </a:extLst>
            </p:cNvPr>
            <p:cNvSpPr/>
            <p:nvPr/>
          </p:nvSpPr>
          <p:spPr>
            <a:xfrm>
              <a:off x="13175112" y="3591019"/>
              <a:ext cx="2832000" cy="3618000"/>
            </a:xfrm>
            <a:prstGeom prst="roundRect">
              <a:avLst>
                <a:gd name="adj" fmla="val 4944"/>
              </a:avLst>
            </a:prstGeom>
            <a:solidFill>
              <a:schemeClr val="bg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F5233A1-BA20-86C1-1405-4C3A3B1BA2FB}"/>
                </a:ext>
              </a:extLst>
            </p:cNvPr>
            <p:cNvCxnSpPr/>
            <p:nvPr/>
          </p:nvCxnSpPr>
          <p:spPr>
            <a:xfrm>
              <a:off x="13332226" y="3937957"/>
              <a:ext cx="2520000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1AD7F5-4822-79C1-89BC-340209E6B4B2}"/>
              </a:ext>
            </a:extLst>
          </p:cNvPr>
          <p:cNvGrpSpPr/>
          <p:nvPr/>
        </p:nvGrpSpPr>
        <p:grpSpPr>
          <a:xfrm>
            <a:off x="3361919" y="1915540"/>
            <a:ext cx="14292697" cy="1846099"/>
            <a:chOff x="3531248" y="1460434"/>
            <a:chExt cx="14292697" cy="184609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10960F5-8FF6-4736-F47D-7A3EC29B9F89}"/>
                </a:ext>
              </a:extLst>
            </p:cNvPr>
            <p:cNvSpPr/>
            <p:nvPr/>
          </p:nvSpPr>
          <p:spPr>
            <a:xfrm>
              <a:off x="3531248" y="1460434"/>
              <a:ext cx="3360619" cy="18460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7E5D015-9472-E173-2F4F-3C3338CB9EBD}"/>
                </a:ext>
              </a:extLst>
            </p:cNvPr>
            <p:cNvSpPr/>
            <p:nvPr/>
          </p:nvSpPr>
          <p:spPr>
            <a:xfrm>
              <a:off x="7175274" y="1460434"/>
              <a:ext cx="3360619" cy="18460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F5908C0-9124-6B43-D312-C243105DA3C4}"/>
                </a:ext>
              </a:extLst>
            </p:cNvPr>
            <p:cNvSpPr/>
            <p:nvPr/>
          </p:nvSpPr>
          <p:spPr>
            <a:xfrm>
              <a:off x="10819300" y="1460434"/>
              <a:ext cx="3360619" cy="18460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2A6DD1E-C6ED-9A54-666F-C8F6D9E3E347}"/>
                </a:ext>
              </a:extLst>
            </p:cNvPr>
            <p:cNvSpPr/>
            <p:nvPr/>
          </p:nvSpPr>
          <p:spPr>
            <a:xfrm>
              <a:off x="14463326" y="1460434"/>
              <a:ext cx="3360619" cy="18460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846"/>
            </a:p>
          </p:txBody>
        </p:sp>
      </p:grpSp>
    </p:spTree>
    <p:extLst>
      <p:ext uri="{BB962C8B-B14F-4D97-AF65-F5344CB8AC3E}">
        <p14:creationId xmlns:p14="http://schemas.microsoft.com/office/powerpoint/2010/main" val="286732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370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 glazer</dc:creator>
  <cp:lastModifiedBy>acer glazer</cp:lastModifiedBy>
  <cp:revision>7</cp:revision>
  <dcterms:created xsi:type="dcterms:W3CDTF">2026-07-19T09:54:23Z</dcterms:created>
  <dcterms:modified xsi:type="dcterms:W3CDTF">2026-07-21T22:43:08Z</dcterms:modified>
</cp:coreProperties>
</file>